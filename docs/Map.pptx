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8" r:id="rId5"/>
    <p:sldId id="261" r:id="rId6"/>
    <p:sldId id="263" r:id="rId7"/>
    <p:sldId id="266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3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E2D6-4FC3-DB69-FBB2-049263436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14900" dirty="0">
                <a:solidFill>
                  <a:schemeClr val="bg1"/>
                </a:solidFill>
              </a:rPr>
              <a:t>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D4721-EFA7-12C6-3F08-BFCDA70B3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3901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206AD3-0506-11C6-EA2F-6ADD9DBC9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644" y="3936321"/>
            <a:ext cx="2217136" cy="10417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380BDD-7169-F612-4FD1-04F6DEFDD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42" y="3867379"/>
            <a:ext cx="1067783" cy="1253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323AF0-FFDE-1867-322E-791139E57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955" y="4978108"/>
            <a:ext cx="3487599" cy="1501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5426B7-2686-5614-B137-708F5ACF9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348" y="265471"/>
            <a:ext cx="3267403" cy="36191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3020F5-9C81-8670-8891-0EB04D7CB8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42" y="5426991"/>
            <a:ext cx="1377120" cy="1330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0E2D75-BDAD-6B16-C1FB-D41898C1E5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7435" y="4889363"/>
            <a:ext cx="3305704" cy="1679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C4167-95D6-E7F4-DAC7-D9046B9887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4703" y="2242420"/>
            <a:ext cx="1069472" cy="21717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A27658-9698-7208-4B86-DA49880311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2632" y="265471"/>
            <a:ext cx="2341727" cy="2232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FED833-B3AF-7645-11A2-484409D446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0314" y="3814383"/>
            <a:ext cx="1806186" cy="48034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987926-32CA-875C-39FD-2DA1E18E609D}"/>
              </a:ext>
            </a:extLst>
          </p:cNvPr>
          <p:cNvCxnSpPr/>
          <p:nvPr/>
        </p:nvCxnSpPr>
        <p:spPr>
          <a:xfrm flipH="1">
            <a:off x="2005781" y="4678188"/>
            <a:ext cx="106188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DC3374-DA55-BA59-643E-408445BD65FD}"/>
              </a:ext>
            </a:extLst>
          </p:cNvPr>
          <p:cNvCxnSpPr/>
          <p:nvPr/>
        </p:nvCxnSpPr>
        <p:spPr>
          <a:xfrm flipH="1">
            <a:off x="2240771" y="5792183"/>
            <a:ext cx="106188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125BF4-4685-5604-99B2-92605D48D649}"/>
              </a:ext>
            </a:extLst>
          </p:cNvPr>
          <p:cNvCxnSpPr>
            <a:cxnSpLocks/>
          </p:cNvCxnSpPr>
          <p:nvPr/>
        </p:nvCxnSpPr>
        <p:spPr>
          <a:xfrm>
            <a:off x="7030063" y="5951247"/>
            <a:ext cx="80428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42F0E89-0436-9434-F2D6-1AFA70AF2AF8}"/>
              </a:ext>
            </a:extLst>
          </p:cNvPr>
          <p:cNvCxnSpPr>
            <a:cxnSpLocks/>
          </p:cNvCxnSpPr>
          <p:nvPr/>
        </p:nvCxnSpPr>
        <p:spPr>
          <a:xfrm flipV="1">
            <a:off x="10759439" y="4414214"/>
            <a:ext cx="0" cy="4751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54CEE2E-91F9-A996-B2D8-CA862992C1DA}"/>
              </a:ext>
            </a:extLst>
          </p:cNvPr>
          <p:cNvSpPr txBox="1"/>
          <p:nvPr/>
        </p:nvSpPr>
        <p:spPr>
          <a:xfrm>
            <a:off x="5935170" y="426538"/>
            <a:ext cx="366452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4 rooms + 3 floors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2 rooms are locked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2 doors lead to 3 endings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56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549DFB-8996-4F52-DCCB-E1AC49FB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403" y="2181273"/>
            <a:ext cx="3032125" cy="2928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B7C31D-645C-9F17-51A8-F4FAA077C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784" y="2265687"/>
            <a:ext cx="2737496" cy="2988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37A092-DB20-84B1-4521-DB5C9605E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534" y="595898"/>
            <a:ext cx="2389842" cy="26880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806BED-FABC-1F54-5375-C63E840B5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5534" y="3759943"/>
            <a:ext cx="2389842" cy="25963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BABA98-3FBC-678F-ED9B-162B4C2EBBBC}"/>
              </a:ext>
            </a:extLst>
          </p:cNvPr>
          <p:cNvSpPr txBox="1"/>
          <p:nvPr/>
        </p:nvSpPr>
        <p:spPr>
          <a:xfrm>
            <a:off x="7598369" y="303510"/>
            <a:ext cx="1810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3 endings</a:t>
            </a:r>
          </a:p>
        </p:txBody>
      </p:sp>
    </p:spTree>
    <p:extLst>
      <p:ext uri="{BB962C8B-B14F-4D97-AF65-F5344CB8AC3E}">
        <p14:creationId xmlns:p14="http://schemas.microsoft.com/office/powerpoint/2010/main" val="2213403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3CDCC6-D044-253A-A864-E2650E5E2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712" y="460260"/>
            <a:ext cx="5487166" cy="60777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CF194E-306F-8F7F-7854-ECDA448B9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64" y="365125"/>
            <a:ext cx="3861804" cy="2819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DF0569-8AE1-03C5-C4BB-3026E0ABA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65125"/>
            <a:ext cx="3512684" cy="39433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35D2E7-FBF9-14A8-B432-7F0FA77C31B2}"/>
              </a:ext>
            </a:extLst>
          </p:cNvPr>
          <p:cNvSpPr txBox="1"/>
          <p:nvPr/>
        </p:nvSpPr>
        <p:spPr>
          <a:xfrm>
            <a:off x="8669115" y="946540"/>
            <a:ext cx="1646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ending 1</a:t>
            </a:r>
          </a:p>
        </p:txBody>
      </p:sp>
    </p:spTree>
    <p:extLst>
      <p:ext uri="{BB962C8B-B14F-4D97-AF65-F5344CB8AC3E}">
        <p14:creationId xmlns:p14="http://schemas.microsoft.com/office/powerpoint/2010/main" val="2825299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DB317E-2815-3FDF-EE00-483E9A5BD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079" y="365125"/>
            <a:ext cx="3010126" cy="2852203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44A834-DC39-C176-970F-8FFB304051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0307"/>
          <a:stretch>
            <a:fillRect/>
          </a:stretch>
        </p:blipFill>
        <p:spPr>
          <a:xfrm>
            <a:off x="3884146" y="3864077"/>
            <a:ext cx="4682299" cy="275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742368-522B-F83F-DC51-C95835F63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575" y="332055"/>
            <a:ext cx="3310029" cy="28294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7F332D-4E48-C905-5D9D-35E5F330625D}"/>
              </a:ext>
            </a:extLst>
          </p:cNvPr>
          <p:cNvSpPr txBox="1"/>
          <p:nvPr/>
        </p:nvSpPr>
        <p:spPr>
          <a:xfrm>
            <a:off x="5106834" y="940640"/>
            <a:ext cx="2329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ending 2 &amp; 3</a:t>
            </a:r>
          </a:p>
        </p:txBody>
      </p:sp>
    </p:spTree>
    <p:extLst>
      <p:ext uri="{BB962C8B-B14F-4D97-AF65-F5344CB8AC3E}">
        <p14:creationId xmlns:p14="http://schemas.microsoft.com/office/powerpoint/2010/main" val="2050103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27E9-BADF-3814-65ED-9AAC6B740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800" b="1" dirty="0">
                <a:solidFill>
                  <a:schemeClr val="bg1"/>
                </a:solidFill>
              </a:rPr>
              <a:t>Story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50DE3-8372-B814-877A-3E68FAF77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961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D8A4E9-9B3D-EF1D-EA85-C8DB148B4206}"/>
              </a:ext>
            </a:extLst>
          </p:cNvPr>
          <p:cNvSpPr txBox="1"/>
          <p:nvPr/>
        </p:nvSpPr>
        <p:spPr>
          <a:xfrm>
            <a:off x="1345052" y="643030"/>
            <a:ext cx="4902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Stage1: Dormitory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5566E-A81F-EAB8-5667-A9D84838FCAC}"/>
              </a:ext>
            </a:extLst>
          </p:cNvPr>
          <p:cNvSpPr txBox="1"/>
          <p:nvPr/>
        </p:nvSpPr>
        <p:spPr>
          <a:xfrm>
            <a:off x="1345050" y="5175844"/>
            <a:ext cx="4902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Stage5: Portal Room (Monster)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C4E8B-14A5-0BB1-1748-2BF5AB5CC6D8}"/>
              </a:ext>
            </a:extLst>
          </p:cNvPr>
          <p:cNvSpPr txBox="1"/>
          <p:nvPr/>
        </p:nvSpPr>
        <p:spPr>
          <a:xfrm>
            <a:off x="1345050" y="2800227"/>
            <a:ext cx="4902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Stage3: Archive </a:t>
            </a:r>
            <a:r>
              <a:rPr lang="en-US" altLang="zh-CN" sz="2800" b="1" dirty="0">
                <a:solidFill>
                  <a:schemeClr val="bg1"/>
                </a:solidFill>
              </a:rPr>
              <a:t>R</a:t>
            </a:r>
            <a:r>
              <a:rPr lang="en-GB" sz="2800" b="1" dirty="0" err="1">
                <a:solidFill>
                  <a:schemeClr val="bg1"/>
                </a:solidFill>
              </a:rPr>
              <a:t>oom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4B601-BAB3-ED01-0F00-D0A887B7495B}"/>
              </a:ext>
            </a:extLst>
          </p:cNvPr>
          <p:cNvSpPr txBox="1"/>
          <p:nvPr/>
        </p:nvSpPr>
        <p:spPr>
          <a:xfrm>
            <a:off x="1345050" y="1682156"/>
            <a:ext cx="4902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Stage2: Corridors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C5385B-EED9-1B68-93C2-355E95528A21}"/>
              </a:ext>
            </a:extLst>
          </p:cNvPr>
          <p:cNvSpPr txBox="1"/>
          <p:nvPr/>
        </p:nvSpPr>
        <p:spPr>
          <a:xfrm>
            <a:off x="1345050" y="3918298"/>
            <a:ext cx="4902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Stage4: Control Room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487BE1-F54F-E06C-F16F-4E2177A09EA7}"/>
              </a:ext>
            </a:extLst>
          </p:cNvPr>
          <p:cNvCxnSpPr>
            <a:cxnSpLocks/>
          </p:cNvCxnSpPr>
          <p:nvPr/>
        </p:nvCxnSpPr>
        <p:spPr>
          <a:xfrm>
            <a:off x="4489408" y="920299"/>
            <a:ext cx="7787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A5576AD-46CF-F17C-8136-384B8BAD23C7}"/>
              </a:ext>
            </a:extLst>
          </p:cNvPr>
          <p:cNvSpPr txBox="1"/>
          <p:nvPr/>
        </p:nvSpPr>
        <p:spPr>
          <a:xfrm>
            <a:off x="5680095" y="738426"/>
            <a:ext cx="4902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find key to stage 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FC4171-BFDE-5585-FFD3-19ED226E3F57}"/>
              </a:ext>
            </a:extLst>
          </p:cNvPr>
          <p:cNvCxnSpPr>
            <a:cxnSpLocks/>
          </p:cNvCxnSpPr>
          <p:nvPr/>
        </p:nvCxnSpPr>
        <p:spPr>
          <a:xfrm>
            <a:off x="4489408" y="1962711"/>
            <a:ext cx="7787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ACEB26F-4029-E300-39B0-0A17A0F13E28}"/>
              </a:ext>
            </a:extLst>
          </p:cNvPr>
          <p:cNvSpPr txBox="1"/>
          <p:nvPr/>
        </p:nvSpPr>
        <p:spPr>
          <a:xfrm>
            <a:off x="5680095" y="1780838"/>
            <a:ext cx="4902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5"/>
                </a:solidFill>
              </a:rPr>
              <a:t>can lead to ending 1: death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D02545-E3E3-D983-0B43-100545F9DB5C}"/>
              </a:ext>
            </a:extLst>
          </p:cNvPr>
          <p:cNvCxnSpPr>
            <a:cxnSpLocks/>
          </p:cNvCxnSpPr>
          <p:nvPr/>
        </p:nvCxnSpPr>
        <p:spPr>
          <a:xfrm>
            <a:off x="5208146" y="3105210"/>
            <a:ext cx="7787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3F23ED7-4698-DE8F-E44A-053F99152889}"/>
              </a:ext>
            </a:extLst>
          </p:cNvPr>
          <p:cNvSpPr txBox="1"/>
          <p:nvPr/>
        </p:nvSpPr>
        <p:spPr>
          <a:xfrm>
            <a:off x="6398833" y="2923337"/>
            <a:ext cx="4902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known important information of stage 5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9BC2FD-3A96-2CA0-36CA-4D1390CA3D20}"/>
              </a:ext>
            </a:extLst>
          </p:cNvPr>
          <p:cNvCxnSpPr>
            <a:cxnSpLocks/>
          </p:cNvCxnSpPr>
          <p:nvPr/>
        </p:nvCxnSpPr>
        <p:spPr>
          <a:xfrm>
            <a:off x="5208146" y="4247709"/>
            <a:ext cx="7787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6BB4394-D215-DADA-5CFB-19D61823C024}"/>
              </a:ext>
            </a:extLst>
          </p:cNvPr>
          <p:cNvSpPr txBox="1"/>
          <p:nvPr/>
        </p:nvSpPr>
        <p:spPr>
          <a:xfrm>
            <a:off x="6398833" y="4065836"/>
            <a:ext cx="4902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choose equipment, influence stage 5 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53CC33C-9F15-6442-2815-0A11E58842D9}"/>
              </a:ext>
            </a:extLst>
          </p:cNvPr>
          <p:cNvCxnSpPr>
            <a:cxnSpLocks/>
          </p:cNvCxnSpPr>
          <p:nvPr/>
        </p:nvCxnSpPr>
        <p:spPr>
          <a:xfrm>
            <a:off x="6623992" y="5507303"/>
            <a:ext cx="7787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C70DBE5-892B-A8AF-A910-725E29B6B5E0}"/>
              </a:ext>
            </a:extLst>
          </p:cNvPr>
          <p:cNvSpPr txBox="1"/>
          <p:nvPr/>
        </p:nvSpPr>
        <p:spPr>
          <a:xfrm>
            <a:off x="7814679" y="5325430"/>
            <a:ext cx="4902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5"/>
                </a:solidFill>
              </a:rPr>
              <a:t>Ending 1/ Ending 2/ Ending 3</a:t>
            </a:r>
          </a:p>
        </p:txBody>
      </p:sp>
    </p:spTree>
    <p:extLst>
      <p:ext uri="{BB962C8B-B14F-4D97-AF65-F5344CB8AC3E}">
        <p14:creationId xmlns:p14="http://schemas.microsoft.com/office/powerpoint/2010/main" val="1778276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436D25-90BE-35C1-E527-97F2216D4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" y="186421"/>
            <a:ext cx="10900229" cy="17567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F40624-7BB5-3E60-8990-A1A5086E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" y="1875354"/>
            <a:ext cx="7700865" cy="17846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E11C9E-9B3E-FAB7-CBDE-E18A7A61C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" y="3662057"/>
            <a:ext cx="9603985" cy="1686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324A62-EA1E-2B9D-2AED-BC6EFF0276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821"/>
          <a:stretch>
            <a:fillRect/>
          </a:stretch>
        </p:blipFill>
        <p:spPr>
          <a:xfrm>
            <a:off x="0" y="5350732"/>
            <a:ext cx="7255037" cy="1507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6AA67A-1888-4A17-4E9C-26165AB1D986}"/>
              </a:ext>
            </a:extLst>
          </p:cNvPr>
          <p:cNvSpPr txBox="1"/>
          <p:nvPr/>
        </p:nvSpPr>
        <p:spPr>
          <a:xfrm>
            <a:off x="8388882" y="0"/>
            <a:ext cx="3620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stage0: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155E3-2E5D-20F0-F47B-3216DCD9BF59}"/>
              </a:ext>
            </a:extLst>
          </p:cNvPr>
          <p:cNvSpPr txBox="1"/>
          <p:nvPr/>
        </p:nvSpPr>
        <p:spPr>
          <a:xfrm>
            <a:off x="7657362" y="2203770"/>
            <a:ext cx="3805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stage4: find out truth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C1FD4D-8991-49CB-1C75-E4B03D4EFF00}"/>
              </a:ext>
            </a:extLst>
          </p:cNvPr>
          <p:cNvSpPr txBox="1"/>
          <p:nvPr/>
        </p:nvSpPr>
        <p:spPr>
          <a:xfrm>
            <a:off x="8197039" y="4551046"/>
            <a:ext cx="38989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stage5: meet monster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C0172-AFF0-C6DF-E861-00BD8E926055}"/>
              </a:ext>
            </a:extLst>
          </p:cNvPr>
          <p:cNvSpPr txBox="1"/>
          <p:nvPr/>
        </p:nvSpPr>
        <p:spPr>
          <a:xfrm>
            <a:off x="7255037" y="5811978"/>
            <a:ext cx="2530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Happy ending</a:t>
            </a:r>
          </a:p>
        </p:txBody>
      </p:sp>
    </p:spTree>
    <p:extLst>
      <p:ext uri="{BB962C8B-B14F-4D97-AF65-F5344CB8AC3E}">
        <p14:creationId xmlns:p14="http://schemas.microsoft.com/office/powerpoint/2010/main" val="419505635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PS" id="{8741FFC2-4D7D-48D1-88A6-21A4E405BEEE}" vid="{BE4B9CD3-767A-4D54-8AE3-5DB2A8AFC4D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94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WPS</vt:lpstr>
      <vt:lpstr>Map</vt:lpstr>
      <vt:lpstr>PowerPoint Presentation</vt:lpstr>
      <vt:lpstr>PowerPoint Presentation</vt:lpstr>
      <vt:lpstr>PowerPoint Presentation</vt:lpstr>
      <vt:lpstr>PowerPoint Presentation</vt:lpstr>
      <vt:lpstr>Story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许雅晶</dc:creator>
  <cp:lastModifiedBy>Yajing Xu (Student)</cp:lastModifiedBy>
  <cp:revision>7</cp:revision>
  <dcterms:created xsi:type="dcterms:W3CDTF">2026-06-11T02:15:01Z</dcterms:created>
  <dcterms:modified xsi:type="dcterms:W3CDTF">2026-06-18T14:49:44Z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18d1e0-f5d7-4da7-8ddd-3b83021a2c85_Enabled">
    <vt:lpwstr>true</vt:lpwstr>
  </property>
  <property fmtid="{D5CDD505-2E9C-101B-9397-08002B2CF9AE}" pid="3" name="MSIP_Label_a618d1e0-f5d7-4da7-8ddd-3b83021a2c85_SetDate">
    <vt:lpwstr>2026-06-11T02:49:33Z</vt:lpwstr>
  </property>
  <property fmtid="{D5CDD505-2E9C-101B-9397-08002B2CF9AE}" pid="4" name="MSIP_Label_a618d1e0-f5d7-4da7-8ddd-3b83021a2c85_Method">
    <vt:lpwstr>Standard</vt:lpwstr>
  </property>
  <property fmtid="{D5CDD505-2E9C-101B-9397-08002B2CF9AE}" pid="5" name="MSIP_Label_a618d1e0-f5d7-4da7-8ddd-3b83021a2c85_Name">
    <vt:lpwstr>Private</vt:lpwstr>
  </property>
  <property fmtid="{D5CDD505-2E9C-101B-9397-08002B2CF9AE}" pid="6" name="MSIP_Label_a618d1e0-f5d7-4da7-8ddd-3b83021a2c85_SiteId">
    <vt:lpwstr>ae323139-093a-4d2a-81a6-5d334bcd9019</vt:lpwstr>
  </property>
  <property fmtid="{D5CDD505-2E9C-101B-9397-08002B2CF9AE}" pid="7" name="MSIP_Label_a618d1e0-f5d7-4da7-8ddd-3b83021a2c85_ActionId">
    <vt:lpwstr>d7396ec9-7c6e-4e88-9763-d954b323a25c</vt:lpwstr>
  </property>
  <property fmtid="{D5CDD505-2E9C-101B-9397-08002B2CF9AE}" pid="8" name="MSIP_Label_a618d1e0-f5d7-4da7-8ddd-3b83021a2c85_ContentBits">
    <vt:lpwstr>0</vt:lpwstr>
  </property>
  <property fmtid="{D5CDD505-2E9C-101B-9397-08002B2CF9AE}" pid="9" name="MSIP_Label_a618d1e0-f5d7-4da7-8ddd-3b83021a2c85_Tag">
    <vt:lpwstr>10, 3, 0, 1</vt:lpwstr>
  </property>
</Properties>
</file>